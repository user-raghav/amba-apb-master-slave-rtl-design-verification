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DESIGN &amp; VERIFICATION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 APB Master-Slave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Design &amp; Verification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synthesizable Verilog implementation of ARM's low-power peripheral bus protocol — from RTL design to industry-style functional verification.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 |  NIT Delhi — VLSI Design &amp;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APB Protocol?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560"/>
                </a:solidFill>
              </a:rPr>
              <a:t>The simplest way to think about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like an office intercom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(the Master) needs to send instructions to different departments (the Slaves) — storage, records, or reference desks.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department can be spoken to at a time — clean, orderly, no confusion.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 (Advanced Peripheral Bus) is that simple, low-power communication system inside a chip.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part of ARM's AMBA family — used to connect small, simple peripherals rather than high-speed memory.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1F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used in real chips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328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49440" y="28072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peripherals that don't need constant high-speed access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58444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Logic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49440" y="38587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signals &amp; simpler timing than high-speed AMBA buses (AXI/AHB)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63600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4572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49440" y="49103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nearly every ARM-based SoC — UART, GPIO, timers, sensors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560"/>
                </a:solidFill>
              </a:rPr>
              <a:t>End-to-end: RTL design, simulation, and industry-style verification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Files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Pass Rate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MHz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02336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Master, an Interconnect, and 3 Slave peripherals (RAM, Register file, ROM), fully synthesizable in Verilog.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4-file, reusable testbench architecture to verify protocol correctness under multiple scenarios.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using Icarus Verilog on EDA Playground — a free, browser-based Verilog simulation platform.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full industry-style documentation: test plan, verification plan, bug report, and README.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4C9"/>
                </a:solidFill>
              </a:rPr>
              <a:t>One Master, one Interconnect, three Slaves — wrapped in apb_top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Master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PSEL/PENABLE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2560320"/>
            <a:ext cx="6858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828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Interconnect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address,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PSEL to slave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2560320"/>
            <a:ext cx="502920" cy="-8686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691640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0515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2161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memory,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wait states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560320"/>
            <a:ext cx="502920" cy="5943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154680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5146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26791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REG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86600" y="3063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Control/status registers,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560320"/>
            <a:ext cx="502920" cy="20574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617720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39776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41422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ROM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86600" y="4526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config data,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wait-state timing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440680"/>
            <a:ext cx="9509760" cy="502920"/>
          </a:xfrm>
          <a:prstGeom prst="roundRect">
            <a:avLst>
              <a:gd name="adj" fmla="val 14545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4406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instantiated together inside the top-level wrapper: apb_top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Components — What Each Module Does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276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Master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protocol state machine (IDLE → SETUP → ACCESS), generating correctly-timed control and address/data signals for every transaction.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280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2763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Interconnect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2628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the address bus and routes the select signal (PSEL) to the correct slave — acting as the traffic controller of the bus.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62763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RAM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7532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read/write memory block with its own address range and configurable wait states, used for general data storage.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977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251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92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REG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303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typical peripheral control/status registers — tests single-cycle, fast-access style transactions.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977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32511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892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 Slave ROM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26280" y="5303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slave simulating fixed configuration data, with distinct timing to test how the master handles slower peripherals.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977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4206240"/>
            <a:ext cx="548640" cy="54864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32511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892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apb_top Wrapper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275320" y="5303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all 5 modules into one synthesizable top-level design, ready for simulation or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Environment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560"/>
                </a:solidFill>
              </a:rPr>
              <a:t>A 4-file testbench architecture for structured, scalable checking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tb_top.v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075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testbench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9160" y="1600200"/>
            <a:ext cx="6720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the DUT (apb_top) and orchestrates the overall simulation.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9169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tb_tasks.v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826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tasks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2807208"/>
            <a:ext cx="6720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common read/write transactions into reusable Verilog tasks — keeps tests clean and readable.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70248"/>
            <a:ext cx="548640" cy="548640"/>
          </a:xfrm>
          <a:prstGeom prst="ellipse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1239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test_scenarios.v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489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test cases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4014216"/>
            <a:ext cx="6720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reads/writes across all 3 slaves, boundary addresses, and back-to-back transactions.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477256"/>
            <a:ext cx="548640" cy="548640"/>
          </a:xfrm>
          <a:prstGeom prst="ellipse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77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53309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apb_protocol_checker.v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5696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checker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5221224"/>
            <a:ext cx="6720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signals for protocol violations — catches bugs functional tests alone might miss.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Bugs the Right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4C9"/>
                </a:solidFill>
              </a:rPr>
              <a:t>Why a protocol checker matters — and what it caught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Checkers, not just tests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a pure Verilog (non-SystemVerilog) project, these are correctly called Checkers — not Assertions.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checker module watches control signals every cycle, flagging invalid transitions in real time.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catches subtle protocol violations that functional (input/output) tests alone can miss.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after how real verification teams separate 'does it work' from 'does it follow the rules.'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938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 found &amp; fixed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mismatches between wait-state slaves and master's ACCESS phase.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Address-decode edge cases at slave boundary regions in the interconnect.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signal hold during back-to-back transactions.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bug was logged, root-caused, and documented in a formal bug report — not just silently patched.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Specifications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84632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5212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Width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 to address all 3 slave regions distinctly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Width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simple peripheral register/data sizes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reference clock for simulation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Slaves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(RAM, REG, ROM)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at a distinct, non-overlapping address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Slave-specific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varied to stress-test master/interconnect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Icarus Verilog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 EDA Playground (browser-based, free)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Style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testing + protocol checker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 + real-time rule checking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4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directed test scenarios passing with 0 checker violations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Deliverables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560"/>
                </a:solidFill>
              </a:rPr>
              <a:t>Built and documented the way a real industry team would hand it 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needs to be tested — all read/write scenarios, edge cases, and boundary conditions across the 3 slaves.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965960"/>
            <a:ext cx="594360" cy="59436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Plan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1546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the overall verification strategy, checker architecture, and pass/fail criteria.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03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Report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1546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every bug found — root cause, fix applied, and how it was verified afterward.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69164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18320" y="1965960"/>
            <a:ext cx="594360" cy="59436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1031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1546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structured guide to the repo: module descriptions, how to simulate, and how to interpret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214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directed test scenarios passed — 100% simulation pass rate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99008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unresolved protocol checker violations at project close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85876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real RTL/timing bugs identified, root-caused, and fixed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7274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synthesizable RTL — not just simulation-only code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5943600" y="1417320"/>
            <a:ext cx="5669280" cy="4663440"/>
          </a:xfrm>
          <a:prstGeom prst="roundRect">
            <a:avLst>
              <a:gd name="adj" fmla="val 235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26364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Strengthened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263640" y="21945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 fundamentals — clean, synthesizable Verilog structure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verification methodology — not just 'does it pass' but 'is it proven correct'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testbench architecture design for scalability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documentation practices for design handoff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triage: root-causing, fixing, and re-verifying systematically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AMBA APB Master-Slave RTL Design &amp; Verification</dc:title>
  <dc:subject>PptxGenJS Presentation</dc:subject>
  <dc:creator>Raghav</dc:creator>
  <cp:lastModifiedBy>Raghav</cp:lastModifiedBy>
  <cp:revision>1</cp:revision>
  <dcterms:created xsi:type="dcterms:W3CDTF">2026-07-08T10:08:48Z</dcterms:created>
  <dcterms:modified xsi:type="dcterms:W3CDTF">2026-07-08T10:08:48Z</dcterms:modified>
</cp:coreProperties>
</file>